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14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14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14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14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14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14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14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14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14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14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14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14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18679"/>
              </p:ext>
            </p:extLst>
          </p:nvPr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NAME:P.HASIKA (2420030227)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NAME:K.VASAVI (2420030785)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39629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Dr.T.Mahesh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XXXXXX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AquaMind AI: Agentic Smart Water Supply &amp; Leakage Management System using SOA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524000"/>
            <a:ext cx="1051560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Citizens have no reliable way of knowing exact water supply timings, and schedules often change without prior notice, leaving households unable to plan their day around water availability.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Pipeline leakages in underground and overhead networks remain unnoticed for long periods, causing significant water wastage and financial loss to municipal authorities.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Complaints regarding leakages or supply issues are still registered and processed manually, which delays repair and resolution times.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Citizens struggle to locate alternative water sources such as tankers or public water points during sudden shortages or emergencies.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Municipal authorities lack predictive insights into demand and distribution patterns, resulting in inefficient and reactive water management rather than proactive planning.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524000"/>
            <a:ext cx="1051560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design an Agentic AI platform, AquaMind AI, that proactively predicts water supply timing, delays, and demand instead of showing only fixed schedules.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build a Leakage Detection Agent that uses computer vision on citizen-uploaded photos or videos to classify leakage severity and automatically raise a prioritized complaint.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automate complaint registration through a Complaint Automation Agent that converts a citizen's spoken description into a tracked complaint with minimal manual effort.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develop a Water Conservation Agent that studies household usage trends and delivers personalized, quantified saving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provide an Emergency Water Agent that guides citizens to nearby tankers and public water points during supply failures.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implement the entire platform on a Service-Oriented Architecture (SOA), with independent, REST-API-driven microservices for scalability and maintainability.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885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Ambika et al.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IoT-Based Water Leakage Detection Using Machine Learning, IJNRD,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IoT water-level and rain sensors feed real-time flow data to a central unit</a:t>
                      </a:r>
                    </a:p>
                    <a:p>
                      <a:pPr marL="228600" indent="-228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Supervised ML model classifies normal vs. abnormal flow to flag leaks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Demonstrates that continuous sensor data combined with an ML classifier can reliably distinguish leak from non-leak flow patterns in near real time.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Relies on physically installed flow/level sensors across the network, which is costly to scale city-wide — motivates AquaMind AI's camera/photo-based, sensor-free leakage detection.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Nazarenko et al. 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LLM Agents for Smart City Management: Enhancing Decision Support Through Multi-Agent AI Systems, MDPI Smart Cities,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Multi-agent architecture orchestrates diverse urban data sources using LLMs</a:t>
                      </a:r>
                    </a:p>
                    <a:p>
                      <a:pPr marL="228600" indent="-228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Compares GPT-4, Mistral and Llama on urban-specific decision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Shows LLM-based multi-agent systems outperform single-model chatbots for coordinated, context-aware urban decision-making across departments.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Focused on school placement and park planning use cases; does not address utility-specific domains such as water supply, leakage, or conservation — the gap AquaMind AI's agents target.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Karthikeyan, C.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Service-Oriented Architecture for Big Data Analytics in Smart Cities, Journal for Future Society and Education,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SOA-based framework benchmarked against monolithic architectures</a:t>
                      </a:r>
                    </a:p>
                    <a:p>
                      <a:pPr marL="228600" indent="-228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Evaluated on mobility, energy and urban-index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Reports substantially lower latency and resource usage and higher data-integration accuracy for SOA over monolithic designs in smart-city analytics.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itchFamily="18" charset="0"/>
                          <a:cs typeface="Times New Roman" pitchFamily="18" charset="0"/>
                        </a:rPr>
                        <a:t>Evaluates SOA purely for backend data integration and scalability; does not couple it with citizen-facing agentic AI features — the combination AquaMind AI proposes.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1893060" y="700000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057400"/>
            <a:ext cx="10515600" cy="426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Existing IoT and ML-based leakage detection systems rely on physical sensors installed across pipelines, which are costly to deploy and maintain at city scale; AquaMind AI instead uses citizen-submitted photos and videos, removing the sensor dependency.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Most smart-city AI research applies a single-purpose model or chatbot for one task; there is limited work on coordinated, agentic multi-agent systems that jointly handle prediction, detection, complaints, conservation, and emergencies for water utilities.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Current municipal complaint systems remain form-based and reactive, responding only after a citizen manually reports an issue, rather than proactively predicting and preventing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SOA-based smart-city studies focus mainly on data integration and scalability, but rarely couple the architecture with citizen-facing agentic AI features such as personalized conservation coaching.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Consequently, there is a clear gap for a low-cost, sensor-independent, agentic AI platform that unifies prediction, detection, complaint handling, and conservation on a single scalable SOA backbone.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057400"/>
            <a:ext cx="10515600" cy="426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2000" b="1" dirty="0"/>
              <a:t>1. Proactive AI Water Supply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Instead of a fixed schedule, the Water Prediction Agent forecasts delays, supply duration, and demand, explaining the reason behind each deviation.</a:t>
            </a:r>
          </a:p>
          <a:p>
            <a:r>
              <a:rPr lang="en-US" sz="2000" b="1" dirty="0"/>
              <a:t>2. Smart Leakage Severity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 single citizen-uploaded photo is enough for computer vision to detect a leak, estimate its severity, and assign repair priority automatically — no dedicated sensor hardware required.</a:t>
            </a:r>
          </a:p>
          <a:p>
            <a:r>
              <a:rPr lang="en-US" sz="2000" b="1" dirty="0"/>
              <a:t>3. Personalized Water Conservation Coach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Water Conservation Agent learns individual usage trends and delivers daily tips and monthly reports with concrete, quantified saving estimates — a feature most student dashboards omit entirely.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Together, these agents shift the platform from a passive monitoring dashboard to an active, agentic assistant that anticipates problems before citizens report them.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1346000" y="400050"/>
            <a:ext cx="950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838200" y="1250950"/>
            <a:ext cx="10515600" cy="10001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800" dirty="0"/>
              <a:t>The project is feasible within the course timeline: each microservice and AI agent is independently deployable using open-source frameworks (React, REST APIs, MySQL, and open ML/CV libraries), so development can proceed in parallel across services. The phased plan below sequences architecture design, core services, AI agent development, integration, and testing over a 15-week schedule.</a:t>
            </a:r>
          </a:p>
        </p:txBody>
      </p:sp>
      <p:pic>
        <p:nvPicPr>
          <p:cNvPr id="7" name="Timeline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000" y="2350000"/>
            <a:ext cx="9500000" cy="380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1017</Words>
  <Application>Microsoft Office PowerPoint</Application>
  <PresentationFormat>Widescreen</PresentationFormat>
  <Paragraphs>95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kolapally vasavi</cp:lastModifiedBy>
  <cp:revision>34</cp:revision>
  <dcterms:created xsi:type="dcterms:W3CDTF">2026-08-08T06:33:56Z</dcterms:created>
  <dcterms:modified xsi:type="dcterms:W3CDTF">2026-08-14T07:01:01Z</dcterms:modified>
</cp:coreProperties>
</file>